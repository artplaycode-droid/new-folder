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446FD-2051-4B30-9758-5DD47028FB5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E6EF7-EA9C-4D7B-8B21-3CFF98BD0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085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446FD-2051-4B30-9758-5DD47028FB5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E6EF7-EA9C-4D7B-8B21-3CFF98BD0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181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446FD-2051-4B30-9758-5DD47028FB5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E6EF7-EA9C-4D7B-8B21-3CFF98BD0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3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446FD-2051-4B30-9758-5DD47028FB5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E6EF7-EA9C-4D7B-8B21-3CFF98BD0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153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446FD-2051-4B30-9758-5DD47028FB5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E6EF7-EA9C-4D7B-8B21-3CFF98BD0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964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446FD-2051-4B30-9758-5DD47028FB5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E6EF7-EA9C-4D7B-8B21-3CFF98BD0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50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446FD-2051-4B30-9758-5DD47028FB5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E6EF7-EA9C-4D7B-8B21-3CFF98BD0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86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446FD-2051-4B30-9758-5DD47028FB5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E6EF7-EA9C-4D7B-8B21-3CFF98BD0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817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446FD-2051-4B30-9758-5DD47028FB5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E6EF7-EA9C-4D7B-8B21-3CFF98BD0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445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446FD-2051-4B30-9758-5DD47028FB5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E6EF7-EA9C-4D7B-8B21-3CFF98BD0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6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446FD-2051-4B30-9758-5DD47028FB5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E6EF7-EA9C-4D7B-8B21-3CFF98BD0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686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A446FD-2051-4B30-9758-5DD47028FB5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E6EF7-EA9C-4D7B-8B21-3CFF98BD0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418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130" y="1911926"/>
            <a:ext cx="2539339" cy="253933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570" y="1584366"/>
            <a:ext cx="2866899" cy="2866899"/>
          </a:xfrm>
          <a:prstGeom prst="rect">
            <a:avLst/>
          </a:prstGeom>
        </p:spPr>
      </p:pic>
      <p:sp>
        <p:nvSpPr>
          <p:cNvPr id="9" name="Lightning Bolt 8"/>
          <p:cNvSpPr/>
          <p:nvPr/>
        </p:nvSpPr>
        <p:spPr>
          <a:xfrm>
            <a:off x="285008" y="-1"/>
            <a:ext cx="3325092" cy="2125683"/>
          </a:xfrm>
          <a:prstGeom prst="lightningBolt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ightning Bolt 9"/>
          <p:cNvSpPr/>
          <p:nvPr/>
        </p:nvSpPr>
        <p:spPr>
          <a:xfrm rot="16894503">
            <a:off x="-117139" y="4145425"/>
            <a:ext cx="3010196" cy="2877739"/>
          </a:xfrm>
          <a:prstGeom prst="lightningBolt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ightning Bolt 10"/>
          <p:cNvSpPr/>
          <p:nvPr/>
        </p:nvSpPr>
        <p:spPr>
          <a:xfrm rot="18554641">
            <a:off x="128196" y="1897553"/>
            <a:ext cx="3030061" cy="2604215"/>
          </a:xfrm>
          <a:prstGeom prst="lightningBolt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ightning Bolt 11"/>
          <p:cNvSpPr/>
          <p:nvPr/>
        </p:nvSpPr>
        <p:spPr>
          <a:xfrm rot="7736873">
            <a:off x="9134646" y="1884697"/>
            <a:ext cx="3010196" cy="2877739"/>
          </a:xfrm>
          <a:prstGeom prst="lightningBolt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ightning Bolt 12"/>
          <p:cNvSpPr/>
          <p:nvPr/>
        </p:nvSpPr>
        <p:spPr>
          <a:xfrm rot="9263511">
            <a:off x="9031397" y="4330280"/>
            <a:ext cx="3010196" cy="2877739"/>
          </a:xfrm>
          <a:prstGeom prst="lightningBolt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ightning Bolt 13"/>
          <p:cNvSpPr/>
          <p:nvPr/>
        </p:nvSpPr>
        <p:spPr>
          <a:xfrm rot="6061194">
            <a:off x="9148690" y="-173440"/>
            <a:ext cx="3010196" cy="2877739"/>
          </a:xfrm>
          <a:prstGeom prst="lightningBolt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83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</dc:title>
  <dc:creator>ARTIOM_STEPAN</dc:creator>
  <cp:lastModifiedBy>ARTIOM_STEPAN</cp:lastModifiedBy>
  <cp:revision>2</cp:revision>
  <dcterms:created xsi:type="dcterms:W3CDTF">2026-06-04T06:04:01Z</dcterms:created>
  <dcterms:modified xsi:type="dcterms:W3CDTF">2026-06-04T06:32:55Z</dcterms:modified>
</cp:coreProperties>
</file>